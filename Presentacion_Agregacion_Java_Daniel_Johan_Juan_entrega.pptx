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4cba0a3cf249df" /><Relationship Type="http://schemas.openxmlformats.org/officeDocument/2006/relationships/extended-properties" Target="/docProps/app.xml" Id="R3327fd59abd341d4" /><Relationship Type="http://schemas.openxmlformats.org/officeDocument/2006/relationships/officeDocument" Target="/ppt/presentation.xml" Id="Rb7b40486509647f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9ec74953f6f4377"/>
  </p:sldMasterIdLst>
  <p:notesMasterIdLst>
    <p:notesMasterId xmlns:r="http://schemas.openxmlformats.org/officeDocument/2006/relationships" r:id="R0cb3e782f82c4356"/>
  </p:notesMasterIdLst>
  <p:sldIdLst>
    <p:sldId xmlns:r="http://schemas.openxmlformats.org/officeDocument/2006/relationships" id="256" r:id="R8e685d146f9d4dfd"/>
    <p:sldId xmlns:r="http://schemas.openxmlformats.org/officeDocument/2006/relationships" id="257" r:id="Rb7f05c6a01d34de1"/>
    <p:sldId xmlns:r="http://schemas.openxmlformats.org/officeDocument/2006/relationships" id="258" r:id="Rb1b1819b676e411d"/>
    <p:sldId xmlns:r="http://schemas.openxmlformats.org/officeDocument/2006/relationships" id="259" r:id="R0db5dffaaed142ca"/>
    <p:sldId xmlns:r="http://schemas.openxmlformats.org/officeDocument/2006/relationships" id="260" r:id="R565ed1d05b6f4570"/>
    <p:sldId xmlns:r="http://schemas.openxmlformats.org/officeDocument/2006/relationships" id="261" r:id="Rcd4e84dee1974c67"/>
    <p:sldId xmlns:r="http://schemas.openxmlformats.org/officeDocument/2006/relationships" id="262" r:id="R2ad87eacb59047bc"/>
    <p:sldId xmlns:r="http://schemas.openxmlformats.org/officeDocument/2006/relationships" id="263" r:id="R6d04f3c549464a4c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9a326f5591424dfe"/>
      <p:bold xmlns:r="http://schemas.openxmlformats.org/officeDocument/2006/relationships" r:id="R5b0975dff8ee4195"/>
      <p:italic xmlns:r="http://schemas.openxmlformats.org/officeDocument/2006/relationships" r:id="Re6d694d6184a49e0"/>
      <p:boldItalic xmlns:r="http://schemas.openxmlformats.org/officeDocument/2006/relationships" r:id="R423bc305fcdf44b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24391628994f95" /><Relationship Type="http://schemas.openxmlformats.org/officeDocument/2006/relationships/slideMaster" Target="/ppt/slideMasters/slideMaster1.xml" Id="R79ec74953f6f4377" /><Relationship Type="http://schemas.openxmlformats.org/officeDocument/2006/relationships/notesMaster" Target="/ppt/notesMasters/notesMaster1.xml" Id="R0cb3e782f82c4356" /><Relationship Type="http://schemas.openxmlformats.org/officeDocument/2006/relationships/presProps" Target="/ppt/presProps.xml" Id="R84ccc28cdc3f405d" /><Relationship Type="http://schemas.openxmlformats.org/officeDocument/2006/relationships/viewProps" Target="/ppt/viewProps.xml" Id="R429a020541f047c1" /><Relationship Type="http://schemas.openxmlformats.org/officeDocument/2006/relationships/tableStyles" Target="/ppt/tableStyles.xml" Id="Rc400c8223d44442d" /><Relationship Type="http://schemas.openxmlformats.org/officeDocument/2006/relationships/font" Target="/ppt/fonts/font.dat" Id="R9a326f5591424dfe" /><Relationship Type="http://schemas.openxmlformats.org/officeDocument/2006/relationships/font" Target="/ppt/fonts/font2.dat" Id="R5b0975dff8ee4195" /><Relationship Type="http://schemas.openxmlformats.org/officeDocument/2006/relationships/font" Target="/ppt/fonts/font3.dat" Id="Re6d694d6184a49e0" /><Relationship Type="http://schemas.openxmlformats.org/officeDocument/2006/relationships/font" Target="/ppt/fonts/font4.dat" Id="R423bc305fcdf44bc" /><Relationship Type="http://schemas.openxmlformats.org/officeDocument/2006/relationships/slide" Target="/ppt/slides/slide1.xml" Id="R8e685d146f9d4dfd" /><Relationship Type="http://schemas.openxmlformats.org/officeDocument/2006/relationships/slide" Target="/ppt/slides/slide2.xml" Id="Rb7f05c6a01d34de1" /><Relationship Type="http://schemas.openxmlformats.org/officeDocument/2006/relationships/slide" Target="/ppt/slides/slide3.xml" Id="Rb1b1819b676e411d" /><Relationship Type="http://schemas.openxmlformats.org/officeDocument/2006/relationships/slide" Target="/ppt/slides/slide4.xml" Id="R0db5dffaaed142ca" /><Relationship Type="http://schemas.openxmlformats.org/officeDocument/2006/relationships/slide" Target="/ppt/slides/slide5.xml" Id="R565ed1d05b6f4570" /><Relationship Type="http://schemas.openxmlformats.org/officeDocument/2006/relationships/slide" Target="/ppt/slides/slide6.xml" Id="Rcd4e84dee1974c67" /><Relationship Type="http://schemas.openxmlformats.org/officeDocument/2006/relationships/slide" Target="/ppt/slides/slide7.xml" Id="R2ad87eacb59047bc" /><Relationship Type="http://schemas.openxmlformats.org/officeDocument/2006/relationships/slide" Target="/ppt/slides/slide8.xml" Id="R6d04f3c549464a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740ca9c1ac4a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a72db1250548c7" /><Relationship Type="http://schemas.openxmlformats.org/officeDocument/2006/relationships/notesMaster" Target="/ppt/notesMasters/notesMaster1.xml" Id="R1e7bb1cd0b084b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a126a752a94af5" /><Relationship Type="http://schemas.openxmlformats.org/officeDocument/2006/relationships/notesMaster" Target="/ppt/notesMasters/notesMaster1.xml" Id="R133df95f9a3641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9e52877a214400" /><Relationship Type="http://schemas.openxmlformats.org/officeDocument/2006/relationships/notesMaster" Target="/ppt/notesMasters/notesMaster1.xml" Id="R8224e5b67a4642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a43b89f9594eb8" /><Relationship Type="http://schemas.openxmlformats.org/officeDocument/2006/relationships/notesMaster" Target="/ppt/notesMasters/notesMaster1.xml" Id="Ree4c3545739d45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3aa457587b41c6" /><Relationship Type="http://schemas.openxmlformats.org/officeDocument/2006/relationships/notesMaster" Target="/ppt/notesMasters/notesMaster1.xml" Id="R0b0bded4afc640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7cb264b2be47a0" /><Relationship Type="http://schemas.openxmlformats.org/officeDocument/2006/relationships/notesMaster" Target="/ppt/notesMasters/notesMaster1.xml" Id="Re40686a50fcf4b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8d1449490647e6" /><Relationship Type="http://schemas.openxmlformats.org/officeDocument/2006/relationships/notesMaster" Target="/ppt/notesMasters/notesMaster1.xml" Id="Rdc7f9503bc2f48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2e48735258422d" /><Relationship Type="http://schemas.openxmlformats.org/officeDocument/2006/relationships/notesMaster" Target="/ppt/notesMasters/notesMaster1.xml" Id="R5dee672f2b7c42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la relación UML: Class02RelacionesClases (1).pdf, diapositiva 9. El ejemplo y el código de esta presentación son originales.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Class02RelacionesClases (1).pdf, diapositiva 9. Esta diapositiva resume la idea usando palabras sencillas.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original basado en el ejemplo Computadora y Parlante de Class02RelacionesClases (1).pdf, diapositiva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del símbolo de agregación: Class02RelacionesClases (1).pdf, diapositiva 9. Diagrama elaborado para este ejemplo.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original del proyecto adjunto. La clase muestra que Parlante no depende de Computadora.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original del proyecto adjunto. La lista guarda referencias a objetos Parlante creados fuera de la clase.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original del proyecto adjunto. La última línea muestra que el parlante sigue disponible aunque la variable Computadora quede en null.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Conclusión elaborada a partir del ejemplo del proyecto y de la explicación de agregación en Class02RelacionesClases (1).pdf, diapositiva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0e1bf51e549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dfa30f52744a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c4a5d23dd45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398d2fc6b42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31770dd86248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bd6ee5bb8d49b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5d34110d60451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0347184664a88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fd5e81c72a46ad" /><Relationship Type="http://schemas.openxmlformats.org/officeDocument/2006/relationships/slideLayout" Target="/ppt/slideLayouts/slideLayout1.xml" Id="R8c513f45600d45d5" /><Relationship Type="http://schemas.openxmlformats.org/officeDocument/2006/relationships/slideLayout" Target="/ppt/slideLayouts/slideLayout2.xml" Id="Rd65998adde6a4534" /><Relationship Type="http://schemas.openxmlformats.org/officeDocument/2006/relationships/slideLayout" Target="/ppt/slideLayouts/slideLayout3.xml" Id="Rf8ea3665e78b4d5a" /><Relationship Type="http://schemas.openxmlformats.org/officeDocument/2006/relationships/slideLayout" Target="/ppt/slideLayouts/slideLayout4.xml" Id="Rbece3764218749d1" /><Relationship Type="http://schemas.openxmlformats.org/officeDocument/2006/relationships/slideLayout" Target="/ppt/slideLayouts/slideLayout5.xml" Id="R0f41e69bd9b642e4" /><Relationship Type="http://schemas.openxmlformats.org/officeDocument/2006/relationships/slideLayout" Target="/ppt/slideLayouts/slideLayout6.xml" Id="Ra9206f21d15c4dd0" /><Relationship Type="http://schemas.openxmlformats.org/officeDocument/2006/relationships/slideLayout" Target="/ppt/slideLayouts/slideLayout7.xml" Id="R6a7377c892aa413e" /><Relationship Type="http://schemas.openxmlformats.org/officeDocument/2006/relationships/slideLayout" Target="/ppt/slideLayouts/slideLayout8.xml" Id="R751ba00a9532484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513f45600d45d5"/>
    <p:sldLayoutId xmlns:r="http://schemas.openxmlformats.org/officeDocument/2006/relationships" id="2147483650" r:id="Rd65998adde6a4534"/>
    <p:sldLayoutId xmlns:r="http://schemas.openxmlformats.org/officeDocument/2006/relationships" id="2147483651" r:id="Rf8ea3665e78b4d5a"/>
    <p:sldLayoutId xmlns:r="http://schemas.openxmlformats.org/officeDocument/2006/relationships" id="2147483652" r:id="Rbece3764218749d1"/>
    <p:sldLayoutId xmlns:r="http://schemas.openxmlformats.org/officeDocument/2006/relationships" id="2147483653" r:id="R0f41e69bd9b642e4"/>
    <p:sldLayoutId xmlns:r="http://schemas.openxmlformats.org/officeDocument/2006/relationships" id="2147483654" r:id="Ra9206f21d15c4dd0"/>
    <p:sldLayoutId xmlns:r="http://schemas.openxmlformats.org/officeDocument/2006/relationships" id="2147483655" r:id="R6a7377c892aa413e"/>
    <p:sldLayoutId xmlns:r="http://schemas.openxmlformats.org/officeDocument/2006/relationships" id="2147483656" r:id="R751ba00a95324841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d703c8a367f4d58" /><Relationship Type="http://schemas.openxmlformats.org/officeDocument/2006/relationships/notesSlide" Target="/ppt/notesSlides/notesSlide1.xml" Id="Rd2ff40f502144d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d451ec799264883" /><Relationship Type="http://schemas.openxmlformats.org/officeDocument/2006/relationships/notesSlide" Target="/ppt/notesSlides/notesSlide2.xml" Id="R1b93f855826645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5d1d838b0bc415e" /><Relationship Type="http://schemas.openxmlformats.org/officeDocument/2006/relationships/notesSlide" Target="/ppt/notesSlides/notesSlide3.xml" Id="R84f52b1661bc45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b22d94a877f4db9" /><Relationship Type="http://schemas.openxmlformats.org/officeDocument/2006/relationships/notesSlide" Target="/ppt/notesSlides/notesSlide4.xml" Id="Rada844e5832c4e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86c4a0849c4491d" /><Relationship Type="http://schemas.openxmlformats.org/officeDocument/2006/relationships/notesSlide" Target="/ppt/notesSlides/notesSlide5.xml" Id="R2cfcc7ca3cc04a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21c1b35f44e4092" /><Relationship Type="http://schemas.openxmlformats.org/officeDocument/2006/relationships/notesSlide" Target="/ppt/notesSlides/notesSlide6.xml" Id="Rb0d3dd5067ca4d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565475cd0474ec3" /><Relationship Type="http://schemas.openxmlformats.org/officeDocument/2006/relationships/notesSlide" Target="/ppt/notesSlides/notesSlide7.xml" Id="R6ea5824c0f044c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b82f6ad05824264" /><Relationship Type="http://schemas.openxmlformats.org/officeDocument/2006/relationships/notesSlide" Target="/ppt/notesSlides/notesSlide8.xml" Id="Rca2e9e45c2f345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3C2DF-F895-468A-8AC8-24C577B0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0"/>
            <a:ext cx="413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0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F9188-822B-4F83-8FE7-30E712AD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AFC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13B34-EE4A-4C56-A997-EB49DC56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657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Relación de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agregación en Java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B5391-BCF9-4DDD-A1E2-982B9049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Ejemplo sencillo: Computadora y Parlante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8A4C6-5ACC-4D03-B306-A77146B4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9110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6F8"/>
                </a:solidFill>
                <a:latin typeface="Arial"/>
                <a:ea typeface="Arial"/>
                <a:cs typeface="Arial"/>
              </a:rPr>
              <a:t>Daniel Cubillos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6F8"/>
                </a:solidFill>
                <a:latin typeface="Arial"/>
                <a:ea typeface="Arial"/>
                <a:cs typeface="Arial"/>
              </a:rPr>
              <a:t>Johan Burgos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6F8"/>
                </a:solidFill>
                <a:latin typeface="Arial"/>
                <a:ea typeface="Arial"/>
                <a:cs typeface="Arial"/>
              </a:rPr>
              <a:t>Juan Carreño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E9E4E-C415-47CC-B263-D3DE4A2E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144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B"/>
          </a:solidFill>
          <a:ln xmlns:a="http://schemas.openxmlformats.org/drawingml/2006/main" w="11430">
            <a:solidFill>
              <a:srgbClr val="CDD4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3FE99-BBBC-4437-BD3D-A158E69C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Computadora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1DF7A-76CD-4304-9551-359FA409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144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B"/>
          </a:solidFill>
          <a:ln xmlns:a="http://schemas.openxmlformats.org/drawingml/2006/main" w="11430">
            <a:solidFill>
              <a:srgbClr val="CDD4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B52FD-B12D-4DAF-AF65-B005DA69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479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Parlante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82224-D100-4B65-8176-2738005D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194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4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79BB9-D8F3-429C-A5E7-596BB206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051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8090B"/>
          </a:solidFill>
          <a:ln xmlns:a="http://schemas.openxmlformats.org/drawingml/2006/main" w="15240">
            <a:solidFill>
              <a:srgbClr val="CDD4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338DC-EFA6-44BD-8B66-5D190090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10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Rombo blanco = agregación</a:t>
            </a:r>
          </a:p>
        </p:txBody>
      </p:sp>
    </p:spTree>
    <p:extLst>
      <p:ext uri="{BB962C8B-B14F-4D97-AF65-F5344CB8AC3E}">
        <p14:creationId xmlns:p14="http://schemas.microsoft.com/office/powerpoint/2010/main" val="316114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80A834-63CE-4F70-88E4-A2CF7CC4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AF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4D160-8FF5-4614-B1AF-D26A67BF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¿Qué es la agregación?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A4648-0038-4AE3-B016-D210ACAD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1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3FB0C-ECDE-46EC-B44E-245F4EDB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Agregación en Java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A0D90-15BB-41C0-9489-1875EF30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30F25-92BD-4A4C-AB6C-078FE235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556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92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25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Es una relación donde una clase reúne objetos de otra clase.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6C922-1B00-4C2F-A038-C6341CD0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19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AFC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FCBC0-8755-4AEF-8DE8-205DA242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510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6F8"/>
                </a:solidFill>
                <a:latin typeface="Arial"/>
                <a:ea typeface="Arial"/>
                <a:cs typeface="Arial"/>
              </a:rPr>
              <a:t>Los objetos reunidos pueden existir por separado.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3B16B-7AAB-4DC1-874A-8242C55A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AFC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8711F-6ED5-44DC-8463-71068100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5295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97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6F8"/>
                </a:solidFill>
                <a:latin typeface="Arial"/>
                <a:ea typeface="Arial"/>
                <a:cs typeface="Arial"/>
              </a:rPr>
              <a:t>En UML se usa un rombo blanco junto a la clase que agrupa.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A0D2F-D64C-42A8-822A-D5B1CFFE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AFC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BE44E-2D82-495E-A948-1878CEA6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539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97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6F8"/>
                </a:solidFill>
                <a:latin typeface="Arial"/>
                <a:ea typeface="Arial"/>
                <a:cs typeface="Arial"/>
              </a:rPr>
              <a:t>En nuestro caso, una Computadora puede tener varios Parlantes.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E8892-B4EB-4775-A7A6-A6A4A7D2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0300"/>
            <a:ext cx="1771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B"/>
          </a:solidFill>
          <a:ln xmlns:a="http://schemas.openxmlformats.org/drawingml/2006/main" w="14288">
            <a:solidFill>
              <a:srgbClr val="CDD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7D26B-39B8-48B5-8854-22FBAA40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717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Computadora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D54CA-4847-4E56-8E88-85EF7500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00300"/>
            <a:ext cx="1676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B"/>
          </a:solidFill>
          <a:ln xmlns:a="http://schemas.openxmlformats.org/drawingml/2006/main" w="14288">
            <a:solidFill>
              <a:srgbClr val="CD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CA168-6215-4487-8E40-23007FE6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717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Parlante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D7490-5D86-4EBC-AF45-EC7D5148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241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4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E9772-EBA1-4D75-81BA-E13BE570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09875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8090B"/>
          </a:solidFill>
          <a:ln xmlns:a="http://schemas.openxmlformats.org/drawingml/2006/main" w="15240">
            <a:solidFill>
              <a:srgbClr val="CDD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B33C01-7BD8-4165-B058-CDE2DE25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2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tiene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8F407-5D9B-425E-8E46-7C55EE20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053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La Computadora agrupa los Parlantes,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pero no controla si existen o no.</a:t>
            </a:r>
          </a:p>
        </p:txBody>
      </p:sp>
    </p:spTree>
    <p:extLst>
      <p:ext uri="{BB962C8B-B14F-4D97-AF65-F5344CB8AC3E}">
        <p14:creationId xmlns:p14="http://schemas.microsoft.com/office/powerpoint/2010/main" val="11459666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F812D2-774D-4B97-965A-53529B0D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AF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4ACBA-8589-458A-BBBC-79390336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Caso del ejemplo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489C9-521F-44D6-8610-A639BCC2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1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0041D-E123-4B24-83C8-4B50081A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Agregación en Java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8931C-F316-4640-9A70-D35D2D6B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62E16-A439-47BF-9C41-9E2379D9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898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La idea es que los parlantes se creen antes de conectarlos a la computadora.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3414F-8FAD-4AD1-8118-18DE0999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21717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B"/>
          </a:solidFill>
          <a:ln xmlns:a="http://schemas.openxmlformats.org/drawingml/2006/main" w="13335">
            <a:solidFill>
              <a:srgbClr val="CDD4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8D37C-9DB8-490F-9C17-BF2AFE3E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21717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B"/>
          </a:solidFill>
          <a:ln xmlns:a="http://schemas.openxmlformats.org/drawingml/2006/main" w="13335">
            <a:solidFill>
              <a:srgbClr val="CDD4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118E9-5E72-4654-906F-D686606A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8615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B"/>
          </a:solidFill>
          <a:ln xmlns:a="http://schemas.openxmlformats.org/drawingml/2006/main" w="13335">
            <a:solidFill>
              <a:srgbClr val="CD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4AE68-3DB3-4D5E-9BE9-00E641D5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Parlante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650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izquierdo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A49F9-C917-41CD-A71F-06444229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Parlante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650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derecho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C4170-FC0C-455A-9673-C5343090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624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971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Computadora</a:t>
            </a:r>
          </a:p>
        </p:txBody>
      </p: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19450" y="3514725"/>
            <a:ext cx="441960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CDD4D8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19450" y="4143375"/>
            <a:ext cx="4419600" cy="819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CDD4D8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6B764-90F8-4623-B5D4-1C5ACAB9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62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1. Se crean los parlantes.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40642-9F22-4946-BFC9-D6F08896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57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2. Se agregan a la computadora.</a:t>
            </a:r>
          </a:p>
        </p:txBody>
      </p:sp>
    </p:spTree>
    <p:extLst>
      <p:ext uri="{BB962C8B-B14F-4D97-AF65-F5344CB8AC3E}">
        <p14:creationId xmlns:p14="http://schemas.microsoft.com/office/powerpoint/2010/main" val="9311328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D0E6AA-A7D2-4669-A806-5C708F62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AF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5921B-C27A-45C7-B515-649623C6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Diagrama de clases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40D35-2634-43C7-8503-12861D55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1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78606-9748-4A14-A144-28794E5F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Agregación en Java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FEB69-6158-4504-9809-066E2BA6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54BB2-EC7B-4412-BBC5-7A320649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El rombo blanco está junto a Computadora porque ella agrupa a los Parlantes.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57B2B-FF7A-4107-9A13-5859F3B7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95550"/>
            <a:ext cx="35433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B"/>
          </a:solidFill>
          <a:ln xmlns:a="http://schemas.openxmlformats.org/drawingml/2006/main" w="15240">
            <a:solidFill>
              <a:srgbClr val="CDD4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548C5-45B9-4F32-AC2C-C972E425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DD4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674BA-DB04-40F6-9BB2-0EDA76BF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00475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D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727CC-02C6-4C9C-A39E-D097FBC2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7175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900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Computadora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12673-545B-4A82-A55B-158871A6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28950"/>
            <a:ext cx="327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- nombre: String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- parlantes: List&lt;Parlante&gt;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B3345-2957-4CC8-84CE-CA7EB20E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95725"/>
            <a:ext cx="3276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+ Computadora(nombre)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+ agregarParlante(parlante)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+ mostrarParlantes()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C364B-52B9-4F47-9A7A-E79D0B1B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2857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B"/>
          </a:solidFill>
          <a:ln xmlns:a="http://schemas.openxmlformats.org/drawingml/2006/main" w="15240">
            <a:solidFill>
              <a:srgbClr val="CDD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A0743-2103-4D35-936A-0C2A8854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194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DD4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ACBB4-3990-4A62-AAA4-1224228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D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DAAD6-7F96-4FE0-8814-47BABB55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75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900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Parlante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96F44A-D06B-4F3E-A8A4-7C4573DA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14700"/>
            <a:ext cx="2590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- marca: String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ECB03-D71C-43EA-891A-A7263CD1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814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+ Parlante(marca)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+ getMarca():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F0F5B-CAC6-48C6-92D0-026765E7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05225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4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EFEB3-41FB-48FE-AF96-3C6D62EB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590925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8090B"/>
          </a:solidFill>
          <a:ln xmlns:a="http://schemas.openxmlformats.org/drawingml/2006/main" w="15240">
            <a:solidFill>
              <a:srgbClr val="CDD4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533AC-1DAE-47E7-897A-5F970764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099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parlantes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71AF4C-9647-470C-84D2-BB8C3E3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195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2E4556-D11A-4708-AF29-F3349108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19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0..*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D95A7C-8C6F-47AD-A4D1-2622556E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340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La cantidad 0..* indica que una computadora puede tener cero o varios parlantes.</a:t>
            </a:r>
          </a:p>
        </p:txBody>
      </p:sp>
    </p:spTree>
    <p:extLst>
      <p:ext uri="{BB962C8B-B14F-4D97-AF65-F5344CB8AC3E}">
        <p14:creationId xmlns:p14="http://schemas.microsoft.com/office/powerpoint/2010/main" val="2804169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412C5-92DE-45EB-BE22-CC241321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AF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FDB63-DD46-4EF1-902A-A0D647A1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Clase Parlante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2CC79-161F-416D-969C-82EF0FD5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1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11F0C-51D2-49C2-970D-2D3A5630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Agregación en Java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BD388-308C-4A04-9681-98564230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11B07-CE47-4654-AC7D-8E520048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3817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B"/>
          </a:solidFill>
          <a:ln xmlns:a="http://schemas.openxmlformats.org/drawingml/2006/main" w="11430">
            <a:solidFill>
              <a:srgbClr val="3E6B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A7B20-28D2-4A19-9BC6-14D37FA8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8FD6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6B6"/>
                </a:solidFill>
                <a:latin typeface="Arial"/>
                <a:ea typeface="Arial"/>
                <a:cs typeface="Arial"/>
              </a:rPr>
              <a:t>Parlante.java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9AA1E-B7A8-4972-B06D-1B7DDC8A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E6B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21D0E-CC6B-499D-B6C4-AA5A0AC3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62175"/>
            <a:ext cx="59626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// Representa un parlante independiente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public class Parlante {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    // Guarda la marca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    private String marca;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    // Recibe la marca al crearlo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    public Parlante(String marca) {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        this.marca = marca;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    // Devuelve la marca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    public String getMarca() {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        return marca;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    }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C0E06-0B7A-42BD-9622-4302D653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24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¿Qué se ve aquí?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BD308-D892-460C-8108-BC4E39B0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52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AFC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BF6C6-857F-4FDB-93EA-FB0B18A5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6F8"/>
                </a:solidFill>
                <a:latin typeface="Arial"/>
                <a:ea typeface="Arial"/>
                <a:cs typeface="Arial"/>
              </a:rPr>
              <a:t>Parlante solo guarda una marca.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4CB34-3379-41A1-A6ED-63BF6BEA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05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AF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CEEFE-42FD-4460-BAFA-45B85BCC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00450"/>
            <a:ext cx="300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6F8"/>
                </a:solidFill>
                <a:latin typeface="Arial"/>
                <a:ea typeface="Arial"/>
                <a:cs typeface="Arial"/>
              </a:rPr>
              <a:t>Se puede crear sin tener una Computadora.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643AF-56C0-4158-980A-58B9A591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387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Por eso puede formar parte de una agregación.</a:t>
            </a:r>
          </a:p>
        </p:txBody>
      </p:sp>
    </p:spTree>
    <p:extLst>
      <p:ext uri="{BB962C8B-B14F-4D97-AF65-F5344CB8AC3E}">
        <p14:creationId xmlns:p14="http://schemas.microsoft.com/office/powerpoint/2010/main" val="10731807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250F7-7C4C-4301-A6A3-1794ACFB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AF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5FF50-E043-4647-B9AA-9C12AE05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Clase Computadora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7B813-4000-4EAF-9578-E238896B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1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ACABA-89D9-4278-9D37-486742CD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Agregación en Java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E27F9-082A-4F3D-B969-8E1DCA7B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1EED2-0D03-4ED1-AE85-A96FA66C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B"/>
          </a:solidFill>
          <a:ln xmlns:a="http://schemas.openxmlformats.org/drawingml/2006/main" w="11430">
            <a:solidFill>
              <a:srgbClr val="3E6B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F3B20-BAC1-4605-981C-EDC7BA75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8FD6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6B6"/>
                </a:solidFill>
                <a:latin typeface="Arial"/>
                <a:ea typeface="Arial"/>
                <a:cs typeface="Arial"/>
              </a:rPr>
              <a:t>Computadora.java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F2DDA-C9A7-4F79-AB54-6071BB5C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E6B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59499-4A64-4DD7-B26F-93737FE1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76475"/>
            <a:ext cx="63436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// Guarda referencias a parlantes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private List&lt;Parlante&gt; parlantes;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public Computadora(String nombre) {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    this.nombre = nombre;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    this.parlantes = new ArrayList&lt;&gt;();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// Recibe un parlante creado afuera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public void agregarParlante(Parlante parlante) {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    parlantes.add(parlante);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B0B69-60ED-491F-B392-16231535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383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La parte importante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BBDEB-4B0E-422E-A39D-DF437C42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0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6F8"/>
                </a:solidFill>
                <a:latin typeface="Arial"/>
                <a:ea typeface="Arial"/>
                <a:cs typeface="Arial"/>
              </a:rPr>
              <a:t>agregarParlante recibe un objeto que ya existe.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48067-BAC1-4DBA-B920-18D7262E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57600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AF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CDBC5-6530-49F9-9A63-DB7F00A5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43350"/>
            <a:ext cx="2971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Computadora no usa new Parlante. Solo lo relaciona con su lista.</a:t>
            </a:r>
          </a:p>
        </p:txBody>
      </p:sp>
    </p:spTree>
    <p:extLst>
      <p:ext uri="{BB962C8B-B14F-4D97-AF65-F5344CB8AC3E}">
        <p14:creationId xmlns:p14="http://schemas.microsoft.com/office/powerpoint/2010/main" val="8123779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7889B-F386-422D-8FCB-4216FEAC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AF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ACD33-75F2-4268-9763-05601590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Ejecución del ejemplo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501B5-8586-4BD8-9991-4046AB5F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1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A7D67-9744-4E63-9C39-550F42D0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Agregación en Java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EC7FF-FF59-4F68-BDFD-873336A0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CDAF9-925D-4A92-AC7E-6667BC53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8389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B"/>
          </a:solidFill>
          <a:ln xmlns:a="http://schemas.openxmlformats.org/drawingml/2006/main" w="11430">
            <a:solidFill>
              <a:srgbClr val="3E6B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9D24F-0CB4-401F-B0AC-D7DE0F48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645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8FD6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6B6"/>
                </a:solidFill>
                <a:latin typeface="Arial"/>
                <a:ea typeface="Arial"/>
                <a:cs typeface="Arial"/>
              </a:rPr>
              <a:t>Principal.java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D468D-B566-40FA-B5DD-19240827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683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E6B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0D4DC-D897-417E-825F-CEA8EDA9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641985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// Se crean primero los parlantes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Parlante izquierdo = new Parlante("Logitech izquierdo");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Parlante derecho = new Parlante("Logitech derecho");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// Luego se crea la computadora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Computadora pc = new Computadora("PC de Daniel");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// Se agregan los parlantes ya creados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pc.agregarParlante(izquierdo);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pc.agregarParlante(derecho);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pc.mostrarParlantes();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// El parlante sigue existiendo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pc = null;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System.out.println(izquierdo.getMarca());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0E515-5D03-4B40-8425-B127EF4C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Salida esperada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7CC94-FC7F-4BD9-81FF-89C6559A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32766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B"/>
          </a:solidFill>
          <a:ln xmlns:a="http://schemas.openxmlformats.org/drawingml/2006/main" w="11430">
            <a:solidFill>
              <a:srgbClr val="3E6B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84437-E324-410D-A488-42E1D3DC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2857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Parlantes de PC de Daniel: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- Logitech izquierdo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- Logitech derecho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El parlante sigue existiendo: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7F3F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F3F6"/>
                </a:solidFill>
                <a:latin typeface="Arial"/>
                <a:ea typeface="Arial"/>
                <a:cs typeface="Arial"/>
              </a:rPr>
              <a:t>Logitech izquierdo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E725C-3D57-418F-8C73-BA1E72A5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19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965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Esa última salida explica la agregación.</a:t>
            </a:r>
          </a:p>
        </p:txBody>
      </p:sp>
    </p:spTree>
    <p:extLst>
      <p:ext uri="{BB962C8B-B14F-4D97-AF65-F5344CB8AC3E}">
        <p14:creationId xmlns:p14="http://schemas.microsoft.com/office/powerpoint/2010/main" val="12765454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08BED-CB96-4789-9532-71525A22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AF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A2890-2F7C-4105-9223-EBE79E8E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B7FF1-1797-4EDF-AAFF-58EF64F3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1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5134C-46AC-46CE-8735-A294CCEE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Agregación en Java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589D1-A0A6-465B-9C0E-166415A0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ECAD2-C83F-48D1-94CD-D6EC24AD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948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983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6F8"/>
                </a:solidFill>
                <a:latin typeface="Arial"/>
                <a:ea typeface="Arial"/>
                <a:cs typeface="Arial"/>
              </a:rPr>
              <a:t>Este caso usa agregación porque los Parlantes tienen vida propia.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F741B-7402-42FC-AFE0-F088E07F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81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AFC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05557-5C17-42F8-B4EC-54825375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76550"/>
            <a:ext cx="796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6F8"/>
                </a:solidFill>
                <a:latin typeface="Arial"/>
                <a:ea typeface="Arial"/>
                <a:cs typeface="Arial"/>
              </a:rPr>
              <a:t>Computadora reúne objetos de tipo Parlante.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13037-77D2-4AEB-ADB0-E7D5D0E1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AFC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B84F5-F872-47BF-BE9D-A1B04AD6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57600"/>
            <a:ext cx="796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6F8"/>
                </a:solidFill>
                <a:latin typeface="Arial"/>
                <a:ea typeface="Arial"/>
                <a:cs typeface="Arial"/>
              </a:rPr>
              <a:t>Los Parlantes se crean por fuera y luego se agregan.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ECA42-21F9-46C8-B7F7-C09DBF94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43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AFC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3CC06-4CC0-4716-A8CF-B6A0E0D1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38650"/>
            <a:ext cx="796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6F8"/>
                </a:solidFill>
                <a:latin typeface="Arial"/>
                <a:ea typeface="Arial"/>
                <a:cs typeface="Arial"/>
              </a:rPr>
              <a:t>Un Parlante puede seguir existiendo sin la Computadora.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ED837-7FFD-43A1-A8FF-BE563FCF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483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AF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EA491-7575-4794-9EC2-0BBE552F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959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9525" rIns="9525" bIns="9525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B7BEC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BEC5"/>
                </a:solidFill>
                <a:latin typeface="Arial"/>
                <a:ea typeface="Arial"/>
                <a:cs typeface="Arial"/>
              </a:rPr>
              <a:t>Relación: Computadora agrega Parlante</a:t>
            </a:r>
          </a:p>
        </p:txBody>
      </p:sp>
    </p:spTree>
    <p:extLst>
      <p:ext uri="{BB962C8B-B14F-4D97-AF65-F5344CB8AC3E}">
        <p14:creationId xmlns:p14="http://schemas.microsoft.com/office/powerpoint/2010/main" val="62721630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2026-09-10T04:23:40.0320000Z</dcterms:created>
  <dcterms:modified xsi:type="dcterms:W3CDTF">2026-09-10T04:23:40.0320000Z</dcterms:modified>
</coreProperties>
</file>